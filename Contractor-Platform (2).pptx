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Slab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69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SP.N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Contractor Platform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Ahmed Ali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 12,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57989"/>
            <a:ext cx="1134070" cy="13608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4674" y="1284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154674" y="177522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Clients struggle to find reliable contractors. Contractors can't easily find projects matching their skills/location.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18874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2645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54674" y="3136106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platform connecting clients with qualified contractors via smart matching.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36495" y="4115137"/>
            <a:ext cx="13042821" cy="3136702"/>
          </a:xfrm>
          <a:prstGeom prst="roundRect">
            <a:avLst>
              <a:gd name="adj" fmla="val 1085"/>
            </a:avLst>
          </a:prstGeom>
          <a:solidFill>
            <a:srgbClr val="202733"/>
          </a:solidFill>
          <a:ln w="30480">
            <a:solidFill>
              <a:srgbClr val="D7B11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084" y="429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Differentiators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4782622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51084" y="5224820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Workflow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51084" y="5667018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Contractor Trial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051084" y="6109216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 System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051084" y="6551414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Dashboard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8980"/>
            <a:ext cx="3592830" cy="449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217295"/>
            <a:ext cx="312086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Screens (Wireframe Summary)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585555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Homepage: Client/Contractor Join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865709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Login/Sign-Up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45863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Dashboard: Project Posting, Bid Viewing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426018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Contractor Dashboard: Matching Projects, Bid Submission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06172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Messaging: Simple Chat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217295"/>
            <a:ext cx="1796415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Journey: Client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603415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32253"/>
            <a:ext cx="6637020" cy="15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1934528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2415897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630448"/>
            <a:ext cx="6637020" cy="15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2747010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Project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98080" y="3228380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428524"/>
            <a:ext cx="6637020" cy="15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0" y="3559493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Bids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498080" y="4040862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226719"/>
            <a:ext cx="6637020" cy="152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4371975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Profiles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498080" y="4853345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024795"/>
            <a:ext cx="6637020" cy="152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0" y="5184458"/>
            <a:ext cx="6637020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 &amp; Select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02920" y="5899190"/>
            <a:ext cx="2106692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Journey: Contractor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02920" y="6339245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96407"/>
            <a:ext cx="4445675" cy="152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" y="6670358"/>
            <a:ext cx="4445675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92303" y="6339245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303" y="6496407"/>
            <a:ext cx="4445675" cy="152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92303" y="6670358"/>
            <a:ext cx="4445675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Specialty &amp; Work Area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9681686" y="6339245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686" y="6496407"/>
            <a:ext cx="4445675" cy="152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681686" y="6670358"/>
            <a:ext cx="4445675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Matching Projects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502920" y="7151727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7294483"/>
            <a:ext cx="6740366" cy="152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2920" y="7482840"/>
            <a:ext cx="6740366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Bid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7386995" y="7151727"/>
            <a:ext cx="143708" cy="179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995" y="7294483"/>
            <a:ext cx="6740366" cy="1524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386995" y="7482840"/>
            <a:ext cx="6740366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 with Client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6895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Roles &amp; Key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5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End Users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8673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Posts projects, selects contractors.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9289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Contractor: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Views projects, submits bids.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3711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Manages users, content, subscriptions.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60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54199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Posting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841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Contractor Profiles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4263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3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72274" y="55028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2273" y="60344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2272" y="64636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Dashboard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1905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Benefits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599521" y="2515076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202733"/>
          </a:solidFill>
          <a:ln w="30480">
            <a:solidFill>
              <a:srgbClr val="336E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69041" y="2515076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336EA8"/>
          </a:solidFill>
          <a:ln/>
        </p:spPr>
      </p:sp>
      <p:sp>
        <p:nvSpPr>
          <p:cNvPr id="17" name="Text 15"/>
          <p:cNvSpPr/>
          <p:nvPr/>
        </p:nvSpPr>
        <p:spPr>
          <a:xfrm>
            <a:off x="7948255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48255" y="3353514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the right contractor faster.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99521" y="420052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202733"/>
          </a:solidFill>
          <a:ln w="30480">
            <a:solidFill>
              <a:srgbClr val="336E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9041" y="4200525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336EA8"/>
          </a:solidFill>
          <a:ln/>
        </p:spPr>
      </p:sp>
      <p:sp>
        <p:nvSpPr>
          <p:cNvPr id="21" name="Text 19"/>
          <p:cNvSpPr/>
          <p:nvPr/>
        </p:nvSpPr>
        <p:spPr>
          <a:xfrm>
            <a:off x="794825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Contractor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48255" y="503896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Accesses suitable job opportunities.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99521" y="5885974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202733"/>
          </a:solidFill>
          <a:ln w="30480">
            <a:solidFill>
              <a:srgbClr val="336E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9041" y="5885974"/>
            <a:ext cx="121920" cy="1458635"/>
          </a:xfrm>
          <a:prstGeom prst="roundRect">
            <a:avLst>
              <a:gd name="adj" fmla="val 27907"/>
            </a:avLst>
          </a:prstGeom>
          <a:solidFill>
            <a:srgbClr val="336EA8"/>
          </a:solidFill>
          <a:ln/>
        </p:spPr>
      </p:sp>
      <p:sp>
        <p:nvSpPr>
          <p:cNvPr id="25" name="Text 23"/>
          <p:cNvSpPr/>
          <p:nvPr/>
        </p:nvSpPr>
        <p:spPr>
          <a:xfrm>
            <a:off x="7948255" y="6143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48255" y="672441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platform operations with ease.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3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47129"/>
            <a:ext cx="33906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Programming Languages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28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C#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704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126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54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 (Native)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747129"/>
            <a:ext cx="3806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Frameworks &amp; Technologies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328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MVC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7704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Framework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2126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SQL Server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654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.NET Runtime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097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Front-End (HTML/CSS/JS)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79441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047954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138505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6" y="607790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built with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MVC + EF. Frontend kept lightweight and simple for optimal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67C1D-8F0F-449F-8C34-97F9B294E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477"/>
            <a:ext cx="14630400" cy="746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8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555F8-81AD-4659-B577-74F7821C6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680"/>
            <a:ext cx="14630400" cy="781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4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11EBD-A806-44A7-B788-40044391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702"/>
            <a:ext cx="14630400" cy="779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6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ADD9F-AF14-41F3-8F2D-F64F0F5B5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759"/>
            <a:ext cx="14630400" cy="7518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6C5E01-417A-4182-B4EF-F444236B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759"/>
            <a:ext cx="14630400" cy="7518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B2DA3-9103-453B-9ED0-4B9CE89CC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033"/>
            <a:ext cx="14630400" cy="781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83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F3326-0061-46D2-9AD9-3A1E99BE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50"/>
            <a:ext cx="14630400" cy="74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6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4C3485-4A5C-4A8B-A7E6-6C134C35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9092"/>
            <a:ext cx="14630400" cy="814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7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259</Words>
  <Application>Microsoft Office PowerPoint</Application>
  <PresentationFormat>Custom</PresentationFormat>
  <Paragraphs>77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Roboto Slab Light</vt:lpstr>
      <vt:lpstr>Calibri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Abdallah Mahmoud</cp:lastModifiedBy>
  <cp:revision>4</cp:revision>
  <dcterms:created xsi:type="dcterms:W3CDTF">2025-11-30T19:24:20Z</dcterms:created>
  <dcterms:modified xsi:type="dcterms:W3CDTF">2025-11-30T20:50:36Z</dcterms:modified>
</cp:coreProperties>
</file>